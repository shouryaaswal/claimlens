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Overview: AUTO-2026-00981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Policyholder: Priya Nair</a:t>
            </a:r>
          </a:p>
          <a:p>
            <a:r>
              <a:t>Loss Date: 2026-06-12</a:t>
            </a:r>
          </a:p>
          <a:p>
            <a:r>
              <a:t>Status: Pending adjuster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Repair Estimate: $4,250.00</a:t>
            </a:r>
          </a:p>
          <a:p>
            <a:r>
              <a:t>Rental Coverage: Approved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Note: Awaiting police report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